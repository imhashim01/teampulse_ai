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TeamPulse AI and the two presenters. The dashboard on the right is a product mockup, not real user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common problems: unclear ownership, limited visibility, late intervention. The chain below shows how risk grows when no one sees it early. No statistics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capabilities share one data model, so assignments, updates, notifications and AI insights reinforce each other instead of living in separate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steps left to right, top to bottom. Step 7 is where AI risk insights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MVP feature areas. Confirm which are implemented in the current build before presenting; do not claim anything unfinished as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is illustrative, not real user data. Stress that this is a potential-risk signal based on evidence, not an accusation.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product mockup, not a screenshot of the live application unless you replace it. Point out the evidence list and the supportive draft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Messages shown are illustrative. Do not say a message was delivered unless you have tested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the project brief. Verify against the repository before presenting: only show the scheduler, AI provider and WhatsApp integration if they are actually built, otherwise label them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security audit or compliance certification is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are examples, not customers. No measured savings or adoption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TeamPulse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video" Target="../media/teampulse_video.mp4"/><Relationship Id="rId4" Type="http://schemas.microsoft.com/office/2007/relationships/media" Target="../media/teampulse_video.mp4"/><Relationship Id="rId5" Type="http://schemas.openxmlformats.org/officeDocument/2006/relationships/image" Target="../media/teampulse_poster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1792" y="5760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TeamPulse AI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F2328"/>
                </a:solidFill>
              </a:rPr>
              <a:t>TeamPulse AI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5B4FCF"/>
                </a:solidFill>
              </a:rPr>
              <a:t>See risks earlier. Keep teams moving.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AI-powered team operations and early risk detection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Muhammad Hashim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Muhammad Saffi Ullah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9144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4068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40680" y="1453896"/>
            <a:ext cx="2926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</a:rPr>
              <a:t>Website redesign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160020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16002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C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2020824"/>
            <a:ext cx="2926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</a:rPr>
              <a:t>Payment integration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216712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21671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22B"/>
                </a:solidFill>
              </a:rPr>
              <a:t>Needs attention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2587752"/>
            <a:ext cx="2926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2715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</a:rPr>
              <a:t>Final QA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2734056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27340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CF"/>
                </a:solidFill>
              </a:rPr>
              <a:t>In review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0680" y="33375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2"/>
                </a:solidFill>
              </a:rPr>
              <a:t>Potential deadline risk detected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3675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5A12"/>
                </a:solidFill>
              </a:rPr>
              <a:t>Check for blockers and offer support.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4297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Product mockup — illustrative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Projects fall behind before anyone notices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347472" cy="347472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Unclear ownership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Team members may not know exactly what they are responsible for.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463040"/>
            <a:ext cx="347472" cy="347472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Limited visibility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Progress updates can be incomplete or outdated.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63040"/>
            <a:ext cx="347472" cy="347472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Late intervention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Blockers are often discovered when deadlines are already close.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4747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FCF"/>
                </a:solidFill>
              </a:rPr>
              <a:t>Task assigned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4747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651760" y="34747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3200" y="34747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FCF"/>
                </a:solidFill>
              </a:rPr>
              <a:t>Progress becomes unclear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34747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4747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FCF"/>
                </a:solidFill>
              </a:rPr>
              <a:t>Deadline approaches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4747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58000" y="34747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34747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12"/>
                </a:solidFill>
              </a:rPr>
              <a:t>Project risk increases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One workspace. Clearer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828800"/>
            <a:ext cx="822960" cy="640080"/>
          </a:xfrm>
          <a:prstGeom prst="line">
            <a:avLst/>
          </a:prstGeom>
          <a:noFill/>
          <a:ln w="19050">
            <a:solidFill>
              <a:srgbClr val="C7C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3200400" y="3017520"/>
            <a:ext cx="822960" cy="182880"/>
          </a:xfrm>
          <a:prstGeom prst="line">
            <a:avLst/>
          </a:prstGeom>
          <a:noFill/>
          <a:ln w="19050">
            <a:solidFill>
              <a:srgbClr val="C7C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5120640" y="1828800"/>
            <a:ext cx="822960" cy="640080"/>
          </a:xfrm>
          <a:prstGeom prst="line">
            <a:avLst/>
          </a:prstGeom>
          <a:noFill/>
          <a:ln w="19050">
            <a:solidFill>
              <a:srgbClr val="C7C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017520"/>
            <a:ext cx="822960" cy="182880"/>
          </a:xfrm>
          <a:prstGeom prst="line">
            <a:avLst/>
          </a:prstGeom>
          <a:noFill/>
          <a:ln w="19050">
            <a:solidFill>
              <a:srgbClr val="C7C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3429000"/>
            <a:ext cx="0" cy="411480"/>
          </a:xfrm>
          <a:prstGeom prst="line">
            <a:avLst/>
          </a:prstGeom>
          <a:noFill/>
          <a:ln w="19050">
            <a:solidFill>
              <a:srgbClr val="C7C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2057400"/>
            <a:ext cx="1371600" cy="137160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057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TeamPulse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Projects and team members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Tasks and deadlines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3716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Check-ins and submissions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27432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8076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WhatsApp notifications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384048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EEEDFB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612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FCF"/>
                </a:solidFill>
              </a:rPr>
              <a:t>AI-powered risk insights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32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4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6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49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49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71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712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92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144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76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76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From task assignment to verified completion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536192"/>
            <a:ext cx="310896" cy="310896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385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Lead creates a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3716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3716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1536192"/>
            <a:ext cx="310896" cy="310896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16352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19385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Members and responsibilities are added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3716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3716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1536192"/>
            <a:ext cx="310896" cy="310896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19472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19472" y="19385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Tasks and deadlines are assigned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13716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3716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0" y="137160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22592" y="1536192"/>
            <a:ext cx="310896" cy="310896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22592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19385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Members receive notifications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182112"/>
            <a:ext cx="310896" cy="310896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35844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Members update progress and submit work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301752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651760" y="3017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16352" y="3182112"/>
            <a:ext cx="310896" cy="310896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16352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816352" y="35844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Lead reviews submissions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01752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182112"/>
            <a:ext cx="310896" cy="310896"/>
          </a:xfrm>
          <a:prstGeom prst="ellipse">
            <a:avLst/>
          </a:prstGeom>
          <a:solidFill>
            <a:srgbClr val="3F35A8"/>
          </a:solidFill>
          <a:ln w="12700">
            <a:solidFill>
              <a:srgbClr val="3F35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19472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919472" y="35844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TeamPulse updates progress and highlights risks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Steps 1–7 repeat as new tasks and check-ins arrive.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2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4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86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86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8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8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4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172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2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172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172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496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58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658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5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658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982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144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144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144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144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306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468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468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468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46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26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Everything a team needs to stay aligned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490472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56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Projects and members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67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Create projects and manage who is on them.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3258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24912" y="1490472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1856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Tasks and status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167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Assign owners and track status.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1490472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1856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Deadline reminders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2167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Set due dates and get timely nudges.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3258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8272" y="1490472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48272" y="1856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Submit and review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48272" y="2167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Members submit; leads review.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090672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Progress check-ins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Regular updates on reported progress.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29260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24912" y="3090672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2491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724912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In-app notifications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724912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Alerts for assignments and updates.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60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36592" y="3090672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3659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736592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WhatsApp integration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736592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Task and deadline messages via WhatsApp.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0" y="29260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48272" y="3090672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4827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48272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Role dashboards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748272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Separate views for leads and members.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Detect potential blockers before deadlines slip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CF"/>
                </a:solidFill>
              </a:rPr>
              <a:t>Evidence the AI considers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Reported progress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Time since meaningful task updates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Deadline proximity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Repeated delays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Check-in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Submission and review history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417320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417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CF"/>
                </a:solidFill>
              </a:rPr>
              <a:t>ILLUSTRATIVE EXAMPLE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</a:rPr>
              <a:t>Task: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328"/>
                </a:solidFill>
              </a:rPr>
              <a:t>Payment integration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</a:rPr>
              <a:t>Reported progress: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328"/>
                </a:solidFill>
              </a:rPr>
              <a:t>90%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</a:rPr>
              <a:t>Last meaningful update: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328"/>
                </a:solidFill>
              </a:rPr>
              <a:t>3 days ago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</a:rPr>
              <a:t>Deadline: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328"/>
                </a:solidFill>
              </a:rPr>
              <a:t>Approaching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2"/>
                </a:solidFill>
              </a:rPr>
              <a:t>Potential deadline risk detected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A5A12"/>
                </a:solidFill>
              </a:rPr>
              <a:t>High reported progress, but no recent meaningful update and the deadline is near.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A5A12"/>
                </a:solidFill>
              </a:rPr>
              <a:t>Next: check for blockers and offer support.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FCF"/>
                </a:solidFill>
              </a:rPr>
              <a:t>AI flags potential risks from evidence. It cannot know with certainty whether anyone is being truthful.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Turn signals into actionable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5216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Product mockup — illustrative data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Tasks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Website redesign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Due Tue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0299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C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651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 w="12700">
            <a:solidFill>
              <a:srgbClr val="D992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Payment integration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063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Due Fri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89864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2898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12"/>
                </a:solidFill>
              </a:rPr>
              <a:t>Needs attention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520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Final QA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931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Due next Mon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76732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3767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CF"/>
                </a:solidFill>
              </a:rPr>
              <a:t>Submitted for review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371600"/>
            <a:ext cx="0" cy="297180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12"/>
                </a:solidFill>
              </a:rPr>
              <a:t>Risk insight: Payment integration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90% reported progress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No meaningful update in 3 days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Deadline approaching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Recommended action: check for blockers and offer support.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32918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49240" y="3337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4FCF"/>
                </a:solidFill>
              </a:rPr>
              <a:t>Draft message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328"/>
                </a:solidFill>
              </a:rPr>
              <a:t>“Is anything blocking this task? I can help you work through it.”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Keep everyone informed, without constant follow-ups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Lead assigns task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28016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20240" y="128016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371600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Member gets WhatsApp notification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28016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371600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Deadline approaches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128016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371600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Reminder is sent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128016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35040" y="128016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371600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Member submits work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128016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06640" y="128016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371600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Lead is notified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 member (illustrative)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063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3063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</a:rPr>
              <a:t>New task assigned: Payment integration. Deadline: Friday, 6:00 PM.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 lead (illustrative)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063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46320" y="3063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</a:rPr>
              <a:t>Work submitted: Payment integration is ready for your review.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Notifications depend on valid WhatsApp API configuration and successful message delivery.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2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24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2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24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24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8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4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848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84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172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7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72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172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96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96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496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496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5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982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144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306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306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468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468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6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Built with a practical, modular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Users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Leads and members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9748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React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Frontend + Tailwind CSS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9516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MongoDB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Mongoose data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EDFB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Node + Express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Backend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01168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011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CF"/>
                </a:solidFill>
              </a:rPr>
              <a:t>Auth + authorization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4231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423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CF"/>
                </a:solidFill>
              </a:rPr>
              <a:t>Reminder scheduler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2286000"/>
            <a:ext cx="5943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51960" y="2286000"/>
            <a:ext cx="5943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2286000"/>
            <a:ext cx="5943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23560" y="3246120"/>
            <a:ext cx="0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3520440"/>
            <a:ext cx="30175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3520440"/>
            <a:ext cx="0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3520440"/>
            <a:ext cx="0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17520" y="37947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922B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3108960" y="3794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AI provider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External · risk analysis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37947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922B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126480" y="3794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WhatsApp Cloud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External · notifications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Useful intelligence. Responsible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292608" cy="292608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Reliability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Project-level access control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Members see only authorized projects and tasks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Server-side validation and authorization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Secure handling of API credentials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Graceful handling of AI or notification failures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63040"/>
            <a:ext cx="292608" cy="292608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Responsible AI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01168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Risk assessments linked to supporting evidence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Confirmed blockers kept distinct from potential risks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</a:rPr>
              <a:t>Supportive recommendations, not automatic accusations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Designed for teams that need earlier visibility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CF"/>
                </a:solidFill>
              </a:rPr>
              <a:t>Software teams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Features, bugs and releases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CF"/>
                </a:solidFill>
              </a:rPr>
              <a:t>Agencies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Client projects and deliverables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CF"/>
                </a:solidFill>
              </a:rPr>
              <a:t>Startups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Cross-functional work and deadlines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Roadmap (planned, not part of the current MVP)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CF"/>
                </a:solidFill>
              </a:rPr>
              <a:t>Next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461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</a:rPr>
              <a:t>Improve AI risk analysis and check-ins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</a:rPr>
              <a:t>Refine notification scheduling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</a:rPr>
              <a:t>Improve project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CF"/>
                </a:solidFill>
              </a:rPr>
              <a:t>Later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461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</a:rPr>
              <a:t>Authorized GitHub activity integration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</a:rPr>
              <a:t>More advanced workload insights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</a:rPr>
              <a:t>Additional integrations and reporting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0" y="914400"/>
            <a:ext cx="3291840" cy="3291840"/>
          </a:xfrm>
          <a:prstGeom prst="ellipse">
            <a:avLst/>
          </a:prstGeom>
          <a:solidFill>
            <a:srgbClr val="EEEDFB"/>
          </a:solidFill>
          <a:ln w="9525">
            <a:solidFill>
              <a:srgbClr val="D9D6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49240" y="1417320"/>
            <a:ext cx="2286000" cy="2286000"/>
          </a:xfrm>
          <a:prstGeom prst="ellipse">
            <a:avLst/>
          </a:prstGeom>
          <a:solidFill>
            <a:srgbClr val="EEEDFB">
              <a:alpha val="80000"/>
            </a:srgbClr>
          </a:solidFill>
          <a:ln w="9525">
            <a:solidFill>
              <a:srgbClr val="D9D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920240"/>
            <a:ext cx="1280160" cy="1280160"/>
          </a:xfrm>
          <a:prstGeom prst="ellipse">
            <a:avLst/>
          </a:prstGeom>
          <a:solidFill>
            <a:srgbClr val="5B4FCF"/>
          </a:solidFill>
          <a:ln w="9525">
            <a:solidFill>
              <a:srgbClr val="5B4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4FCF"/>
                </a:solidFill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</a:rPr>
              <a:t>See risks earlier. Keep teams moving.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TeamPulse AI — Projects, people, deadlines, and actionable AI insights.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4FCF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Muhammad Hashim  ·  Muhammad Saffi Ullah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</a:rPr>
              <a:t>See TeamPulse AI in action</a:t>
            </a:r>
            <a:endParaRPr lang="en-US" sz="2800" dirty="0"/>
          </a:p>
        </p:txBody>
      </p:sp>
      <p:pic>
        <p:nvPicPr>
          <p:cNvPr id="3" name="TeamPulse AI 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71600" y="1143000"/>
            <a:ext cx="6400800" cy="3600450"/>
          </a:xfrm>
          <a:prstGeom prst="roundRect">
            <a:avLst>
              <a:gd name="adj" fmla="val 3500"/>
            </a:avLst>
          </a:prstGeom>
          <a:ln w="9525">
            <a:solidFill>
              <a:srgbClr val="E5E7EB"/>
            </a:solidFill>
          </a:ln>
          <a:effectLst>
            <a:outerShdw blurRad="304800" dist="76200" dir="5400000" algn="t" rotWithShape="0">
              <a:srgbClr val="1F2328">
                <a:alpha val="16000"/>
              </a:srgbClr>
            </a:outerShdw>
          </a:effectLst>
        </p:spPr>
      </p:pic>
      <p:sp>
        <p:nvSpPr>
          <p:cNvPr id="4" name="Caption"/>
          <p:cNvSpPr txBox="1"/>
          <p:nvPr/>
        </p:nvSpPr>
        <p:spPr>
          <a:xfrm>
            <a:off x="1371600" y="4803450"/>
            <a:ext cx="64008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6B7280"/>
                </a:solidFill>
              </a:rPr>
              <a:t>25-second product walkthrough · illustrative demo data</a:t>
            </a:r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5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eamPulse">
  <a:themeElements>
    <a:clrScheme name="TeamPulse">
      <a:dk1>
        <a:srgbClr val="1F2328"/>
      </a:dk1>
      <a:lt1>
        <a:srgbClr val="FAF9F7"/>
      </a:lt1>
      <a:dk2>
        <a:srgbClr val="5B4FCF"/>
      </a:dk2>
      <a:lt2>
        <a:srgbClr val="EEEDFB"/>
      </a:lt2>
      <a:accent1>
        <a:srgbClr val="5B4FCF"/>
      </a:accent1>
      <a:accent2>
        <a:srgbClr val="D9922B"/>
      </a:accent2>
      <a:accent3>
        <a:srgbClr val="6B7280"/>
      </a:accent3>
      <a:accent4>
        <a:srgbClr val="E5E7EB"/>
      </a:accent4>
      <a:accent5>
        <a:srgbClr val="FBF1DF"/>
      </a:accent5>
      <a:accent6>
        <a:srgbClr val="1F2328"/>
      </a:accent6>
      <a:hlink>
        <a:srgbClr val="5B4FCF"/>
      </a:hlink>
      <a:folHlink>
        <a:srgbClr val="6B7280"/>
      </a:folHlink>
    </a:clrScheme>
    <a:fontScheme name="TeamPul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TeamPulse AI</dc:title>
  <dc:subject>PptxGenJS Presentation</dc:subject>
  <dc:creator>Muhammad Hashim, Muhammad Saffi Ullah</dc:creator>
  <cp:lastModifiedBy>Muhammad Hashim, Muhammad Saffi Ullah</cp:lastModifiedBy>
  <cp:revision>1</cp:revision>
  <dcterms:created xsi:type="dcterms:W3CDTF">2026-10-22T06:46:15Z</dcterms:created>
  <dcterms:modified xsi:type="dcterms:W3CDTF">2026-10-22T06:46:15Z</dcterms:modified>
</cp:coreProperties>
</file>